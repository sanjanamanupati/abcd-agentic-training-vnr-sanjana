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4B2C4"/>
          </a:solidFill>
          <a:ln w="12700">
            <a:solidFill>
              <a:srgbClr val="04B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0058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StudyOps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Study Decision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71229"/>
          </a:solidFill>
          <a:ln w="12700">
            <a:solidFill>
              <a:srgbClr val="0712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274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Training Project  |  LangChain  ·  Groq Llama 3  ·  DuckDuckGo  ·  Telegram Bot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1828800"/>
          </a:xfrm>
          <a:prstGeom prst="rect">
            <a:avLst/>
          </a:prstGeom>
          <a:solidFill>
            <a:srgbClr val="F96167">
              <a:alpha val="15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don't 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study 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1828800" cy="182880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875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priority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 random topics instead of their weakest areas 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84648" y="914400"/>
            <a:ext cx="1828800" cy="182880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84648" y="9875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84648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time planning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6088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= hours wasted on low-impact topics before exam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23176" y="914400"/>
            <a:ext cx="1828800" cy="182880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9875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23176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answers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14616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gives one-size-fits-all text — not a personalized action 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47548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626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decision problem — not an information problem. Students need a system that THINKS, not just answers.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4B2C4"/>
          </a:solidFill>
          <a:ln w="12700">
            <a:solidFill>
              <a:srgbClr val="04B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Agentic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AI answering everything, we use specialized agents — each doing one job, handing results to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1965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weak topics, urgency &amp; difficulty scores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2578608"/>
            <a:ext cx="182880" cy="0"/>
          </a:xfrm>
          <a:prstGeom prst="line">
            <a:avLst/>
          </a:prstGeom>
          <a:noFill/>
          <a:ln w="25400">
            <a:solidFill>
              <a:srgbClr val="04B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2487168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B2C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389888"/>
            <a:ext cx="1965960" cy="34747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Builder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analyzer output → builds day-by-day timetable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2578608"/>
            <a:ext cx="182880" cy="0"/>
          </a:xfrm>
          <a:prstGeom prst="line">
            <a:avLst/>
          </a:prstGeom>
          <a:noFill/>
          <a:ln w="25400">
            <a:solidFill>
              <a:srgbClr val="04B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487168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B2C4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389888"/>
            <a:ext cx="1965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0916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Finder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live search — finds free resources, no API key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2578608"/>
            <a:ext cx="182880" cy="0"/>
          </a:xfrm>
          <a:prstGeom prst="line">
            <a:avLst/>
          </a:prstGeom>
          <a:noFill/>
          <a:ln w="25400">
            <a:solidFill>
              <a:srgbClr val="04B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487168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B2C4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6656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F4A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1389888"/>
            <a:ext cx="1965960" cy="347472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5800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complete plan to Telegram — real-world action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950208"/>
            <a:ext cx="8503920" cy="402336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96849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PATTERN — each agent's output becomes the next agent's input. This is the core of Agentic AI.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7B7EC0"/>
          </a:solidFill>
          <a:ln w="12700">
            <a:solidFill>
              <a:srgbClr val="7B7E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0" y="822960"/>
            <a:ext cx="21945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868680"/>
            <a:ext cx="21945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1120140"/>
            <a:ext cx="210312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topics, hours available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0" cy="246888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664208"/>
            <a:ext cx="2194560" cy="502920"/>
          </a:xfrm>
          <a:prstGeom prst="rect">
            <a:avLst/>
          </a:prstGeom>
          <a:solidFill>
            <a:srgbClr val="112244"/>
          </a:solidFill>
          <a:ln w="1270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709928"/>
            <a:ext cx="21945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915668"/>
            <a:ext cx="2103120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167128"/>
            <a:ext cx="0" cy="246888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414016"/>
            <a:ext cx="3291840" cy="502920"/>
          </a:xfrm>
          <a:prstGeom prst="rect">
            <a:avLst/>
          </a:prstGeom>
          <a:solidFill>
            <a:srgbClr val="0D1B5E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2459736"/>
            <a:ext cx="32918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Orchestrator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2665476"/>
            <a:ext cx="3200400" cy="24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chain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670048"/>
            <a:ext cx="-1874520" cy="45720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916936"/>
            <a:ext cx="0" cy="210312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670048"/>
            <a:ext cx="1874520" cy="45720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127248"/>
            <a:ext cx="21031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31729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Analyzer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56432"/>
            <a:ext cx="2011680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· urgency · difficulty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20440" y="3127248"/>
            <a:ext cx="2103120" cy="658368"/>
          </a:xfrm>
          <a:prstGeom prst="rect">
            <a:avLst/>
          </a:prstGeom>
          <a:solidFill>
            <a:srgbClr val="5B5EA6"/>
          </a:solidFill>
          <a:ln w="12700">
            <a:solidFill>
              <a:srgbClr val="7B7E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31729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Scheduler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456432"/>
            <a:ext cx="2011680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timetable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93408" y="3127248"/>
            <a:ext cx="21031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31729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39128" y="3456432"/>
            <a:ext cx="2011680" cy="3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live search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99032" y="3785616"/>
            <a:ext cx="0" cy="27432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785616"/>
            <a:ext cx="0" cy="27432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3785616"/>
            <a:ext cx="0" cy="27432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99032" y="4059936"/>
            <a:ext cx="3172968" cy="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44968" y="4059936"/>
            <a:ext cx="-3172968" cy="0"/>
          </a:xfrm>
          <a:prstGeom prst="line">
            <a:avLst/>
          </a:prstGeom>
          <a:noFill/>
          <a:ln w="19050">
            <a:solidFill>
              <a:srgbClr val="04B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4059936"/>
            <a:ext cx="2103120" cy="594360"/>
          </a:xfrm>
          <a:prstGeom prst="rect">
            <a:avLst/>
          </a:prstGeom>
          <a:solidFill>
            <a:srgbClr val="F4A62A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20440" y="4105656"/>
            <a:ext cx="21031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Notifier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4357116"/>
            <a:ext cx="201168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1664208"/>
            <a:ext cx="1371600" cy="109728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every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43800" y="1664208"/>
            <a:ext cx="1371600" cy="109728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4380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(free)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4B2C4"/>
          </a:solidFill>
          <a:ln w="12700">
            <a:solidFill>
              <a:srgbClr val="04B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100% Free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"/>
            <a:ext cx="19202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37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2070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powering all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67328" y="113385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1338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28600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orchestration, prompt templates, handoffs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67328" y="241401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241401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356616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" y="37673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05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and monitoring every agent 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67328" y="369417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36941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82312" y="100584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12070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— no API key required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02168" y="113385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11338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82312" y="228600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73752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notification to student's phone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02168" y="241401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241401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82312" y="356616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73752" y="37673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53212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32120" y="4005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for the application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02168" y="369417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02168" y="36941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4B84A"/>
          </a:solidFill>
          <a:ln w="12700">
            <a:solidFill>
              <a:srgbClr val="F4B8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4114800" cy="3200400"/>
          </a:xfrm>
          <a:prstGeom prst="rect">
            <a:avLst/>
          </a:prstGeom>
          <a:solidFill>
            <a:srgbClr val="112244"/>
          </a:solidFill>
          <a:ln w="1270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686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SCREENSHOT 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Input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4133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868680"/>
            <a:ext cx="4114800" cy="3200400"/>
          </a:xfrm>
          <a:prstGeom prst="rect">
            <a:avLst/>
          </a:prstGeom>
          <a:solidFill>
            <a:srgbClr val="112244"/>
          </a:solidFill>
          <a:ln w="12700">
            <a:solidFill>
              <a:srgbClr val="8899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8686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SCREENSHOT 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Schedule Output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1728" y="4133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Tabs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4498848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demo follows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7B7EC0"/>
          </a:solidFill>
          <a:ln w="12700">
            <a:solidFill>
              <a:srgbClr val="7B7E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HuggingFace Hosting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4416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HuggingFace Spaces — publicly accessible, still free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82312" y="96012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96012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N8N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34416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daily reminders via N8N self-hosted automation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83464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83464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34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MCP + Google Calendar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21868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to push generated schedule into student's calendar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82312" y="283464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283464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834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Persistent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21868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memory so system learns from past study sessions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640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StudyOps 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 AI that answers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system that thinks.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33756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33756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4048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84048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StudyOps AI</dc:title>
  <dc:subject>PptxGenJS Presentation</dc:subject>
  <dc:creator>PptxGenJS</dc:creator>
  <cp:lastModifiedBy>PptxGenJS</cp:lastModifiedBy>
  <cp:revision>1</cp:revision>
  <dcterms:created xsi:type="dcterms:W3CDTF">2026-04-10T02:29:26Z</dcterms:created>
  <dcterms:modified xsi:type="dcterms:W3CDTF">2026-04-10T02:29:26Z</dcterms:modified>
</cp:coreProperties>
</file>